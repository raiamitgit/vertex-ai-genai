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ja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 xmlns:a="http://schemas.openxmlformats.org/drawingml/2006/main">
              <a:t>こんにちは世界！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 xmlns:a="http://schemas.openxmlformats.org/drawingml/2006/main">
              <a:t>これは翻訳のための簡単なテストプレゼンテーションです。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